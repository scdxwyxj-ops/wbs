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540" r:id="rId2"/>
    <p:sldId id="2327" r:id="rId3"/>
    <p:sldId id="2330" r:id="rId4"/>
    <p:sldId id="2331" r:id="rId5"/>
    <p:sldId id="2332" r:id="rId6"/>
    <p:sldId id="2333" r:id="rId7"/>
    <p:sldId id="2336" r:id="rId8"/>
    <p:sldId id="2337" r:id="rId9"/>
    <p:sldId id="2328" r:id="rId10"/>
    <p:sldId id="2334" r:id="rId11"/>
    <p:sldId id="2335" r:id="rId12"/>
    <p:sldId id="232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66066BD-E7A7-491E-B3A1-779406F1535E}">
          <p14:sldIdLst>
            <p14:sldId id="540"/>
            <p14:sldId id="2327"/>
            <p14:sldId id="2330"/>
            <p14:sldId id="2331"/>
            <p14:sldId id="2332"/>
            <p14:sldId id="2333"/>
            <p14:sldId id="2336"/>
            <p14:sldId id="2337"/>
            <p14:sldId id="2328"/>
            <p14:sldId id="2334"/>
            <p14:sldId id="2335"/>
            <p14:sldId id="2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5EE480-EFFD-8A45-E1C8-DDACAB96E5FF}" name="杨 亮" initials="杨" userId="46b722be76ad225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8E225-5510-BE4D-B49F-086737502B41}" v="49" dt="2026-02-04T05:39:13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54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200" y="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骏 徐" userId="6b2e32c0a42b4393" providerId="LiveId" clId="{C6B3760A-70D4-E84F-B4ED-F8B97146658D}"/>
    <pc:docChg chg="addSld modSld sldOrd modSection">
      <pc:chgData name="骏 徐" userId="6b2e32c0a42b4393" providerId="LiveId" clId="{C6B3760A-70D4-E84F-B4ED-F8B97146658D}" dt="2026-01-07T12:21:04.153" v="758" actId="20578"/>
      <pc:docMkLst>
        <pc:docMk/>
      </pc:docMkLst>
      <pc:sldChg chg="modSp mod">
        <pc:chgData name="骏 徐" userId="6b2e32c0a42b4393" providerId="LiveId" clId="{C6B3760A-70D4-E84F-B4ED-F8B97146658D}" dt="2026-01-07T10:35:08.412" v="9" actId="20577"/>
        <pc:sldMkLst>
          <pc:docMk/>
          <pc:sldMk cId="1245137701" sldId="540"/>
        </pc:sldMkLst>
        <pc:spChg chg="mod">
          <ac:chgData name="骏 徐" userId="6b2e32c0a42b4393" providerId="LiveId" clId="{C6B3760A-70D4-E84F-B4ED-F8B97146658D}" dt="2026-01-07T10:35:08.412" v="9" actId="20577"/>
          <ac:spMkLst>
            <pc:docMk/>
            <pc:sldMk cId="1245137701" sldId="540"/>
            <ac:spMk id="5" creationId="{EB46E5D7-4ECD-3B8B-1C16-BB138213E0DB}"/>
          </ac:spMkLst>
        </pc:spChg>
      </pc:sldChg>
    </pc:docChg>
  </pc:docChgLst>
  <pc:docChgLst>
    <pc:chgData name="骏 徐" userId="6b2e32c0a42b4393" providerId="LiveId" clId="{557247F1-2FE4-5C8D-8851-A593D649C21F}"/>
    <pc:docChg chg="addSld modSld modSection">
      <pc:chgData name="骏 徐" userId="6b2e32c0a42b4393" providerId="LiveId" clId="{557247F1-2FE4-5C8D-8851-A593D649C21F}" dt="2026-02-04T05:39:13.658" v="145" actId="962"/>
      <pc:docMkLst>
        <pc:docMk/>
      </pc:docMkLst>
      <pc:sldChg chg="delSp modSp new mod">
        <pc:chgData name="骏 徐" userId="6b2e32c0a42b4393" providerId="LiveId" clId="{557247F1-2FE4-5C8D-8851-A593D649C21F}" dt="2026-02-04T05:30:52.244" v="50" actId="122"/>
        <pc:sldMkLst>
          <pc:docMk/>
          <pc:sldMk cId="3617342813" sldId="2330"/>
        </pc:sldMkLst>
        <pc:spChg chg="mod">
          <ac:chgData name="骏 徐" userId="6b2e32c0a42b4393" providerId="LiveId" clId="{557247F1-2FE4-5C8D-8851-A593D649C21F}" dt="2026-02-04T05:30:52.244" v="50" actId="122"/>
          <ac:spMkLst>
            <pc:docMk/>
            <pc:sldMk cId="3617342813" sldId="2330"/>
            <ac:spMk id="2" creationId="{F036DEBF-9EF6-F686-6932-CF752FC7E4FB}"/>
          </ac:spMkLst>
        </pc:spChg>
        <pc:spChg chg="del">
          <ac:chgData name="骏 徐" userId="6b2e32c0a42b4393" providerId="LiveId" clId="{557247F1-2FE4-5C8D-8851-A593D649C21F}" dt="2026-02-04T05:30:40.847" v="30" actId="478"/>
          <ac:spMkLst>
            <pc:docMk/>
            <pc:sldMk cId="3617342813" sldId="2330"/>
            <ac:spMk id="3" creationId="{FAAA2EA6-99D1-6ED3-037F-E36C565B01C5}"/>
          </ac:spMkLst>
        </pc:spChg>
      </pc:sldChg>
      <pc:sldChg chg="addSp delSp modSp new mod">
        <pc:chgData name="骏 徐" userId="6b2e32c0a42b4393" providerId="LiveId" clId="{557247F1-2FE4-5C8D-8851-A593D649C21F}" dt="2026-02-04T05:37:18.809" v="115" actId="1076"/>
        <pc:sldMkLst>
          <pc:docMk/>
          <pc:sldMk cId="3646415381" sldId="2331"/>
        </pc:sldMkLst>
        <pc:spChg chg="del mod">
          <ac:chgData name="骏 徐" userId="6b2e32c0a42b4393" providerId="LiveId" clId="{557247F1-2FE4-5C8D-8851-A593D649C21F}" dt="2026-02-04T05:37:09.876" v="112"/>
          <ac:spMkLst>
            <pc:docMk/>
            <pc:sldMk cId="3646415381" sldId="2331"/>
            <ac:spMk id="2" creationId="{FC57805C-C37A-4659-F5A5-6C1CEF9268D2}"/>
          </ac:spMkLst>
        </pc:spChg>
        <pc:spChg chg="del mod">
          <ac:chgData name="骏 徐" userId="6b2e32c0a42b4393" providerId="LiveId" clId="{557247F1-2FE4-5C8D-8851-A593D649C21F}" dt="2026-02-04T05:31:44.772" v="73" actId="478"/>
          <ac:spMkLst>
            <pc:docMk/>
            <pc:sldMk cId="3646415381" sldId="2331"/>
            <ac:spMk id="3" creationId="{70998EE6-071B-AFBF-0071-46A81E0AA0E2}"/>
          </ac:spMkLst>
        </pc:spChg>
        <pc:spChg chg="add del mod">
          <ac:chgData name="骏 徐" userId="6b2e32c0a42b4393" providerId="LiveId" clId="{557247F1-2FE4-5C8D-8851-A593D649C21F}" dt="2026-02-04T05:31:47.550" v="74" actId="34307"/>
          <ac:spMkLst>
            <pc:docMk/>
            <pc:sldMk cId="3646415381" sldId="2331"/>
            <ac:spMk id="5" creationId="{5D065A9E-AA63-EA9F-696A-EE4751A9C0DC}"/>
          </ac:spMkLst>
        </pc:spChg>
        <pc:spChg chg="add del mod">
          <ac:chgData name="骏 徐" userId="6b2e32c0a42b4393" providerId="LiveId" clId="{557247F1-2FE4-5C8D-8851-A593D649C21F}" dt="2026-02-04T05:32:05.974" v="76" actId="931"/>
          <ac:spMkLst>
            <pc:docMk/>
            <pc:sldMk cId="3646415381" sldId="2331"/>
            <ac:spMk id="7" creationId="{1220D347-917B-CDE5-E9D0-3484DBA09074}"/>
          </ac:spMkLst>
        </pc:spChg>
        <pc:spChg chg="add del mod">
          <ac:chgData name="骏 徐" userId="6b2e32c0a42b4393" providerId="LiveId" clId="{557247F1-2FE4-5C8D-8851-A593D649C21F}" dt="2026-02-04T05:33:16.677" v="84" actId="931"/>
          <ac:spMkLst>
            <pc:docMk/>
            <pc:sldMk cId="3646415381" sldId="2331"/>
            <ac:spMk id="10" creationId="{28F61B0E-6BB5-650C-558A-18C5460E9FC2}"/>
          </ac:spMkLst>
        </pc:spChg>
        <pc:spChg chg="add">
          <ac:chgData name="骏 徐" userId="6b2e32c0a42b4393" providerId="LiveId" clId="{557247F1-2FE4-5C8D-8851-A593D649C21F}" dt="2026-02-04T05:37:06.977" v="110"/>
          <ac:spMkLst>
            <pc:docMk/>
            <pc:sldMk cId="3646415381" sldId="2331"/>
            <ac:spMk id="13" creationId="{25F07D5A-D2CA-D7D2-6723-9999F7C41EB3}"/>
          </ac:spMkLst>
        </pc:spChg>
        <pc:spChg chg="add mod">
          <ac:chgData name="骏 徐" userId="6b2e32c0a42b4393" providerId="LiveId" clId="{557247F1-2FE4-5C8D-8851-A593D649C21F}" dt="2026-02-04T05:37:09.876" v="112"/>
          <ac:spMkLst>
            <pc:docMk/>
            <pc:sldMk cId="3646415381" sldId="2331"/>
            <ac:spMk id="14" creationId="{B705528F-ADA5-03EA-D30A-A4F446085E5B}"/>
          </ac:spMkLst>
        </pc:spChg>
        <pc:picChg chg="add del mod ord">
          <ac:chgData name="骏 徐" userId="6b2e32c0a42b4393" providerId="LiveId" clId="{557247F1-2FE4-5C8D-8851-A593D649C21F}" dt="2026-02-04T05:31:54.056" v="75" actId="478"/>
          <ac:picMkLst>
            <pc:docMk/>
            <pc:sldMk cId="3646415381" sldId="2331"/>
            <ac:picMk id="6" creationId="{47E50F43-584F-A3DF-AE71-D175BE319606}"/>
          </ac:picMkLst>
        </pc:picChg>
        <pc:picChg chg="add del mod">
          <ac:chgData name="骏 徐" userId="6b2e32c0a42b4393" providerId="LiveId" clId="{557247F1-2FE4-5C8D-8851-A593D649C21F}" dt="2026-02-04T05:32:18.726" v="83" actId="478"/>
          <ac:picMkLst>
            <pc:docMk/>
            <pc:sldMk cId="3646415381" sldId="2331"/>
            <ac:picMk id="9" creationId="{D7D413DD-48E8-482E-EE9E-833FA5059D88}"/>
          </ac:picMkLst>
        </pc:picChg>
        <pc:picChg chg="add mod">
          <ac:chgData name="骏 徐" userId="6b2e32c0a42b4393" providerId="LiveId" clId="{557247F1-2FE4-5C8D-8851-A593D649C21F}" dt="2026-02-04T05:37:18.809" v="115" actId="1076"/>
          <ac:picMkLst>
            <pc:docMk/>
            <pc:sldMk cId="3646415381" sldId="2331"/>
            <ac:picMk id="12" creationId="{7D9CEEFA-461E-FDB5-91EB-78D2B1F9FC95}"/>
          </ac:picMkLst>
        </pc:picChg>
      </pc:sldChg>
      <pc:sldChg chg="addSp delSp modSp new">
        <pc:chgData name="骏 徐" userId="6b2e32c0a42b4393" providerId="LiveId" clId="{557247F1-2FE4-5C8D-8851-A593D649C21F}" dt="2026-02-04T05:37:31.580" v="119" actId="1076"/>
        <pc:sldMkLst>
          <pc:docMk/>
          <pc:sldMk cId="463108757" sldId="2332"/>
        </pc:sldMkLst>
        <pc:spChg chg="mod">
          <ac:chgData name="骏 徐" userId="6b2e32c0a42b4393" providerId="LiveId" clId="{557247F1-2FE4-5C8D-8851-A593D649C21F}" dt="2026-02-04T05:37:26.863" v="116"/>
          <ac:spMkLst>
            <pc:docMk/>
            <pc:sldMk cId="463108757" sldId="2332"/>
            <ac:spMk id="2" creationId="{2F913A3D-9BE8-7521-6F4C-2652EE6A61E7}"/>
          </ac:spMkLst>
        </pc:spChg>
        <pc:spChg chg="del">
          <ac:chgData name="骏 徐" userId="6b2e32c0a42b4393" providerId="LiveId" clId="{557247F1-2FE4-5C8D-8851-A593D649C21F}" dt="2026-02-04T05:34:41.690" v="93" actId="931"/>
          <ac:spMkLst>
            <pc:docMk/>
            <pc:sldMk cId="463108757" sldId="2332"/>
            <ac:spMk id="3" creationId="{AD7DDC93-0A98-5D5E-6944-08A607EFDFFF}"/>
          </ac:spMkLst>
        </pc:spChg>
        <pc:picChg chg="add mod">
          <ac:chgData name="骏 徐" userId="6b2e32c0a42b4393" providerId="LiveId" clId="{557247F1-2FE4-5C8D-8851-A593D649C21F}" dt="2026-02-04T05:37:31.580" v="119" actId="1076"/>
          <ac:picMkLst>
            <pc:docMk/>
            <pc:sldMk cId="463108757" sldId="2332"/>
            <ac:picMk id="6" creationId="{1D92E466-B137-8EFC-8864-384783F05DA9}"/>
          </ac:picMkLst>
        </pc:picChg>
      </pc:sldChg>
      <pc:sldChg chg="addSp delSp modSp new">
        <pc:chgData name="骏 徐" userId="6b2e32c0a42b4393" providerId="LiveId" clId="{557247F1-2FE4-5C8D-8851-A593D649C21F}" dt="2026-02-04T05:37:39.398" v="120"/>
        <pc:sldMkLst>
          <pc:docMk/>
          <pc:sldMk cId="1106367680" sldId="2333"/>
        </pc:sldMkLst>
        <pc:spChg chg="mod">
          <ac:chgData name="骏 徐" userId="6b2e32c0a42b4393" providerId="LiveId" clId="{557247F1-2FE4-5C8D-8851-A593D649C21F}" dt="2026-02-04T05:37:39.398" v="120"/>
          <ac:spMkLst>
            <pc:docMk/>
            <pc:sldMk cId="1106367680" sldId="2333"/>
            <ac:spMk id="2" creationId="{5DF3088F-B217-D627-6DAC-86BBBF7E16DF}"/>
          </ac:spMkLst>
        </pc:spChg>
        <pc:spChg chg="del">
          <ac:chgData name="骏 徐" userId="6b2e32c0a42b4393" providerId="LiveId" clId="{557247F1-2FE4-5C8D-8851-A593D649C21F}" dt="2026-02-04T05:35:05.016" v="101" actId="931"/>
          <ac:spMkLst>
            <pc:docMk/>
            <pc:sldMk cId="1106367680" sldId="2333"/>
            <ac:spMk id="3" creationId="{BC20BEA9-D967-C068-696C-9AED323617E5}"/>
          </ac:spMkLst>
        </pc:spChg>
        <pc:picChg chg="add mod">
          <ac:chgData name="骏 徐" userId="6b2e32c0a42b4393" providerId="LiveId" clId="{557247F1-2FE4-5C8D-8851-A593D649C21F}" dt="2026-02-04T05:35:07.363" v="103" actId="962"/>
          <ac:picMkLst>
            <pc:docMk/>
            <pc:sldMk cId="1106367680" sldId="2333"/>
            <ac:picMk id="6" creationId="{058832B0-3983-41A8-4FE0-FE9614A0D920}"/>
          </ac:picMkLst>
        </pc:picChg>
      </pc:sldChg>
      <pc:sldChg chg="new">
        <pc:chgData name="骏 徐" userId="6b2e32c0a42b4393" providerId="LiveId" clId="{557247F1-2FE4-5C8D-8851-A593D649C21F}" dt="2026-02-04T05:34:53.377" v="99" actId="680"/>
        <pc:sldMkLst>
          <pc:docMk/>
          <pc:sldMk cId="1875103161" sldId="2334"/>
        </pc:sldMkLst>
      </pc:sldChg>
      <pc:sldChg chg="new">
        <pc:chgData name="骏 徐" userId="6b2e32c0a42b4393" providerId="LiveId" clId="{557247F1-2FE4-5C8D-8851-A593D649C21F}" dt="2026-02-04T05:34:53.871" v="100" actId="680"/>
        <pc:sldMkLst>
          <pc:docMk/>
          <pc:sldMk cId="1485741990" sldId="2335"/>
        </pc:sldMkLst>
      </pc:sldChg>
      <pc:sldChg chg="addSp delSp modSp new">
        <pc:chgData name="骏 徐" userId="6b2e32c0a42b4393" providerId="LiveId" clId="{557247F1-2FE4-5C8D-8851-A593D649C21F}" dt="2026-02-04T05:37:57.931" v="121"/>
        <pc:sldMkLst>
          <pc:docMk/>
          <pc:sldMk cId="1650341297" sldId="2336"/>
        </pc:sldMkLst>
        <pc:spChg chg="mod">
          <ac:chgData name="骏 徐" userId="6b2e32c0a42b4393" providerId="LiveId" clId="{557247F1-2FE4-5C8D-8851-A593D649C21F}" dt="2026-02-04T05:37:57.931" v="121"/>
          <ac:spMkLst>
            <pc:docMk/>
            <pc:sldMk cId="1650341297" sldId="2336"/>
            <ac:spMk id="2" creationId="{11987A9D-4E07-6C34-B5FA-FB443733F6E3}"/>
          </ac:spMkLst>
        </pc:spChg>
        <pc:spChg chg="del">
          <ac:chgData name="骏 徐" userId="6b2e32c0a42b4393" providerId="LiveId" clId="{557247F1-2FE4-5C8D-8851-A593D649C21F}" dt="2026-02-04T05:35:23.007" v="105" actId="931"/>
          <ac:spMkLst>
            <pc:docMk/>
            <pc:sldMk cId="1650341297" sldId="2336"/>
            <ac:spMk id="3" creationId="{C9FAE66B-B2FA-843E-AE18-391BEEE4A49F}"/>
          </ac:spMkLst>
        </pc:spChg>
        <pc:spChg chg="add del mod">
          <ac:chgData name="骏 徐" userId="6b2e32c0a42b4393" providerId="LiveId" clId="{557247F1-2FE4-5C8D-8851-A593D649C21F}" dt="2026-02-04T05:35:35.581" v="107" actId="931"/>
          <ac:spMkLst>
            <pc:docMk/>
            <pc:sldMk cId="1650341297" sldId="2336"/>
            <ac:spMk id="7" creationId="{702F1CAD-55DE-C54F-6F33-E23B92C64FCC}"/>
          </ac:spMkLst>
        </pc:spChg>
        <pc:picChg chg="add del mod">
          <ac:chgData name="骏 徐" userId="6b2e32c0a42b4393" providerId="LiveId" clId="{557247F1-2FE4-5C8D-8851-A593D649C21F}" dt="2026-02-04T05:35:24.355" v="106" actId="478"/>
          <ac:picMkLst>
            <pc:docMk/>
            <pc:sldMk cId="1650341297" sldId="2336"/>
            <ac:picMk id="6" creationId="{A9793B1B-C144-B373-2804-72E2CD03F1C4}"/>
          </ac:picMkLst>
        </pc:picChg>
        <pc:picChg chg="add mod">
          <ac:chgData name="骏 徐" userId="6b2e32c0a42b4393" providerId="LiveId" clId="{557247F1-2FE4-5C8D-8851-A593D649C21F}" dt="2026-02-04T05:35:42.544" v="109" actId="962"/>
          <ac:picMkLst>
            <pc:docMk/>
            <pc:sldMk cId="1650341297" sldId="2336"/>
            <ac:picMk id="9" creationId="{3D42C8AF-32D3-2A5E-4A25-97BEEE1052FA}"/>
          </ac:picMkLst>
        </pc:picChg>
      </pc:sldChg>
      <pc:sldChg chg="addSp delSp modSp new mod">
        <pc:chgData name="骏 徐" userId="6b2e32c0a42b4393" providerId="LiveId" clId="{557247F1-2FE4-5C8D-8851-A593D649C21F}" dt="2026-02-04T05:39:13.658" v="145" actId="962"/>
        <pc:sldMkLst>
          <pc:docMk/>
          <pc:sldMk cId="1694271669" sldId="2337"/>
        </pc:sldMkLst>
        <pc:spChg chg="mod">
          <ac:chgData name="骏 徐" userId="6b2e32c0a42b4393" providerId="LiveId" clId="{557247F1-2FE4-5C8D-8851-A593D649C21F}" dt="2026-02-04T05:38:52.398" v="142" actId="20577"/>
          <ac:spMkLst>
            <pc:docMk/>
            <pc:sldMk cId="1694271669" sldId="2337"/>
            <ac:spMk id="2" creationId="{1101B330-BCBB-6B02-1193-DAF2973747FF}"/>
          </ac:spMkLst>
        </pc:spChg>
        <pc:spChg chg="del">
          <ac:chgData name="骏 徐" userId="6b2e32c0a42b4393" providerId="LiveId" clId="{557247F1-2FE4-5C8D-8851-A593D649C21F}" dt="2026-02-04T05:39:11.417" v="143" actId="931"/>
          <ac:spMkLst>
            <pc:docMk/>
            <pc:sldMk cId="1694271669" sldId="2337"/>
            <ac:spMk id="3" creationId="{D7CF4A6B-39B5-B359-BDD9-F3C37F4EDD65}"/>
          </ac:spMkLst>
        </pc:spChg>
        <pc:picChg chg="add mod">
          <ac:chgData name="骏 徐" userId="6b2e32c0a42b4393" providerId="LiveId" clId="{557247F1-2FE4-5C8D-8851-A593D649C21F}" dt="2026-02-04T05:39:13.658" v="145" actId="962"/>
          <ac:picMkLst>
            <pc:docMk/>
            <pc:sldMk cId="1694271669" sldId="2337"/>
            <ac:picMk id="6" creationId="{348F8006-A79C-E44C-510D-414FE57B2BB9}"/>
          </ac:picMkLst>
        </pc:picChg>
      </pc:sldChg>
    </pc:docChg>
  </pc:docChgLst>
  <pc:docChgLst>
    <pc:chgData name="骏 徐" userId="6b2e32c0a42b4393" providerId="LiveId" clId="{1DAB143C-12AC-E24F-9522-3BB442C88902}"/>
    <pc:docChg chg="undo custSel addSld delSld modSld sldOrd modSection">
      <pc:chgData name="骏 徐" userId="6b2e32c0a42b4393" providerId="LiveId" clId="{1DAB143C-12AC-E24F-9522-3BB442C88902}" dt="2026-01-14T12:34:03.286" v="202" actId="20577"/>
      <pc:docMkLst>
        <pc:docMk/>
      </pc:docMkLst>
      <pc:sldChg chg="modSp mod">
        <pc:chgData name="骏 徐" userId="6b2e32c0a42b4393" providerId="LiveId" clId="{1DAB143C-12AC-E24F-9522-3BB442C88902}" dt="2026-01-14T11:42:03.266" v="111" actId="20577"/>
        <pc:sldMkLst>
          <pc:docMk/>
          <pc:sldMk cId="1245137701" sldId="540"/>
        </pc:sldMkLst>
        <pc:spChg chg="mod">
          <ac:chgData name="骏 徐" userId="6b2e32c0a42b4393" providerId="LiveId" clId="{1DAB143C-12AC-E24F-9522-3BB442C88902}" dt="2026-01-14T11:42:03.266" v="111" actId="20577"/>
          <ac:spMkLst>
            <pc:docMk/>
            <pc:sldMk cId="1245137701" sldId="540"/>
            <ac:spMk id="5" creationId="{EB46E5D7-4ECD-3B8B-1C16-BB138213E0DB}"/>
          </ac:spMkLst>
        </pc:spChg>
      </pc:sldChg>
      <pc:sldChg chg="addSp delSp modSp mod ord">
        <pc:chgData name="骏 徐" userId="6b2e32c0a42b4393" providerId="LiveId" clId="{1DAB143C-12AC-E24F-9522-3BB442C88902}" dt="2026-01-14T12:30:57.780" v="154" actId="113"/>
        <pc:sldMkLst>
          <pc:docMk/>
          <pc:sldMk cId="2950992117" sldId="2327"/>
        </pc:sldMkLst>
        <pc:graphicFrameChg chg="add mod modGraphic">
          <ac:chgData name="骏 徐" userId="6b2e32c0a42b4393" providerId="LiveId" clId="{1DAB143C-12AC-E24F-9522-3BB442C88902}" dt="2026-01-14T11:45:58.217" v="147" actId="14734"/>
          <ac:graphicFrameMkLst>
            <pc:docMk/>
            <pc:sldMk cId="2950992117" sldId="2327"/>
            <ac:graphicFrameMk id="3" creationId="{9E245125-E72D-0627-EB1B-F8F2BCB6575A}"/>
          </ac:graphicFrameMkLst>
        </pc:graphicFrameChg>
        <pc:graphicFrameChg chg="add mod modGraphic">
          <ac:chgData name="骏 徐" userId="6b2e32c0a42b4393" providerId="LiveId" clId="{1DAB143C-12AC-E24F-9522-3BB442C88902}" dt="2026-01-14T12:30:57.780" v="154" actId="113"/>
          <ac:graphicFrameMkLst>
            <pc:docMk/>
            <pc:sldMk cId="2950992117" sldId="2327"/>
            <ac:graphicFrameMk id="5" creationId="{69704C8D-CB78-A656-45B5-CF596FA0A417}"/>
          </ac:graphicFrameMkLst>
        </pc:graphicFrameChg>
      </pc:sldChg>
      <pc:sldChg chg="modSp new mod">
        <pc:chgData name="骏 徐" userId="6b2e32c0a42b4393" providerId="LiveId" clId="{1DAB143C-12AC-E24F-9522-3BB442C88902}" dt="2026-01-14T12:33:21.568" v="189" actId="20577"/>
        <pc:sldMkLst>
          <pc:docMk/>
          <pc:sldMk cId="1715137474" sldId="2328"/>
        </pc:sldMkLst>
        <pc:spChg chg="mod">
          <ac:chgData name="骏 徐" userId="6b2e32c0a42b4393" providerId="LiveId" clId="{1DAB143C-12AC-E24F-9522-3BB442C88902}" dt="2026-01-14T12:33:21.568" v="189" actId="20577"/>
          <ac:spMkLst>
            <pc:docMk/>
            <pc:sldMk cId="1715137474" sldId="2328"/>
            <ac:spMk id="2" creationId="{335ADD3A-3A5C-1E4C-CB40-6B4486341E82}"/>
          </ac:spMkLst>
        </pc:spChg>
      </pc:sldChg>
      <pc:sldChg chg="modSp new mod">
        <pc:chgData name="骏 徐" userId="6b2e32c0a42b4393" providerId="LiveId" clId="{1DAB143C-12AC-E24F-9522-3BB442C88902}" dt="2026-01-14T12:34:03.286" v="202" actId="20577"/>
        <pc:sldMkLst>
          <pc:docMk/>
          <pc:sldMk cId="2658413790" sldId="2329"/>
        </pc:sldMkLst>
        <pc:spChg chg="mod">
          <ac:chgData name="骏 徐" userId="6b2e32c0a42b4393" providerId="LiveId" clId="{1DAB143C-12AC-E24F-9522-3BB442C88902}" dt="2026-01-14T12:34:03.286" v="202" actId="20577"/>
          <ac:spMkLst>
            <pc:docMk/>
            <pc:sldMk cId="2658413790" sldId="2329"/>
            <ac:spMk id="2" creationId="{611DE348-5F49-D705-75FE-D5BAD511E8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8EF94-98B7-45B0-97C9-7A83063830BC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A7CB5-C2AB-4D55-981A-EFA0868280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10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图片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8" y="0"/>
            <a:ext cx="1219623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EEF07FA-3A37-45CA-ADF5-3DAF4ABA45F9}" type="slidenum">
              <a:rPr lang="zh-CN" altLang="zh-CN"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2832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74AC2A-B123-4C30-89BB-18F00C8CFFC8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3781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7734E1-AB9E-48E9-8BD4-503A4A2A2CC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604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4AAB3A-1F69-4D42-B07C-2303EEB1E9B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9056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874B1B-868A-401F-B31B-6FA16443EF13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2387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Footer Placeholder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5C49D27-D325-44A4-9B42-72B3FB8AFDB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6166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80D463-3432-46E8-B164-AA54ECC7AE1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950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E8B72E-5ABD-45F6-B381-255029F65BC6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2898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BE04CC-0571-423B-BDA9-B9892374BFA9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3953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C4F8AF-4969-4981-B545-F3F9D2DC54F0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019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51900" y="404814"/>
            <a:ext cx="2745317" cy="5462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404814"/>
            <a:ext cx="8039100" cy="5462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56943A-AB67-4644-8B88-BD81E6D810D7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33703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1" y="404814"/>
            <a:ext cx="10987617" cy="54625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Footer Placeholder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8B90AA-E190-444F-A75F-5558B11F1422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01603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图片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8" y="0"/>
            <a:ext cx="1219623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EEF07FA-3A37-45CA-ADF5-3DAF4ABA45F9}" type="slidenum">
              <a:rPr lang="zh-CN" altLang="zh-CN"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3603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图片1.jpg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8" y="0"/>
            <a:ext cx="1219623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3F2604EF-5E6E-4684-B8E3-2463FE8E2AA4}" type="slidenum">
              <a:rPr lang="zh-CN" altLang="zh-CN"/>
              <a:t>‹#›</a:t>
            </a:fld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04813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45627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1452562" y="999046"/>
            <a:ext cx="9363075" cy="227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细胞</a:t>
            </a:r>
            <a:r>
              <a:rPr lang="zh-CN" altLang="en-US" sz="36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分割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rPr>
              <a:t>问题汇报</a:t>
            </a:r>
            <a:endParaRPr kumimoji="0" lang="zh-CN" altLang="zh-CN" sz="3600" b="1" i="0" u="none" strike="noStrike" kern="0" cap="none" spc="0" normalizeH="0" baseline="0" noProof="1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B03AF2-9057-4780-8347-A652599FCE6A}"/>
              </a:ext>
            </a:extLst>
          </p:cNvPr>
          <p:cNvSpPr txBox="1"/>
          <p:nvPr/>
        </p:nvSpPr>
        <p:spPr>
          <a:xfrm>
            <a:off x="4859178" y="4172054"/>
            <a:ext cx="2418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汇报人：</a:t>
            </a:r>
            <a:r>
              <a:rPr lang="zh-CN" altLang="en-US" sz="2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徐骏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46E5D7-4ECD-3B8B-1C16-BB138213E0DB}"/>
              </a:ext>
            </a:extLst>
          </p:cNvPr>
          <p:cNvSpPr txBox="1"/>
          <p:nvPr/>
        </p:nvSpPr>
        <p:spPr>
          <a:xfrm>
            <a:off x="3650096" y="3291569"/>
            <a:ext cx="489180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zh-CN" sz="40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40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r>
              <a:rPr lang="zh-CN" altLang="en-US" sz="40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40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4000" b="1" kern="0" noProof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13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66ED5-C950-ACBF-7F4A-7FF326FD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7" y="404813"/>
            <a:ext cx="10972800" cy="457200"/>
          </a:xfrm>
        </p:spPr>
        <p:txBody>
          <a:bodyPr/>
          <a:lstStyle/>
          <a:p>
            <a:r>
              <a:rPr lang="zh-CN" altLang="en-US" dirty="0"/>
              <a:t>对比试验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878EE7-EA2C-0203-4E91-1B77DAA35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2</a:t>
            </a:fld>
            <a:endParaRPr lang="zh-CN" altLang="zh-C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245125-E72D-0627-EB1B-F8F2BCB65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125684"/>
              </p:ext>
            </p:extLst>
          </p:nvPr>
        </p:nvGraphicFramePr>
        <p:xfrm>
          <a:off x="211723" y="1576447"/>
          <a:ext cx="5658349" cy="4036269"/>
        </p:xfrm>
        <a:graphic>
          <a:graphicData uri="http://schemas.openxmlformats.org/drawingml/2006/table">
            <a:tbl>
              <a:tblPr firstRow="1" firstCol="1">
                <a:tableStyleId>{284E427A-3D55-4303-BF80-6455036E1DE7}</a:tableStyleId>
              </a:tblPr>
              <a:tblGrid>
                <a:gridCol w="2498426">
                  <a:extLst>
                    <a:ext uri="{9D8B030D-6E8A-4147-A177-3AD203B41FA5}">
                      <a16:colId xmlns:a16="http://schemas.microsoft.com/office/drawing/2014/main" val="923992203"/>
                    </a:ext>
                  </a:extLst>
                </a:gridCol>
                <a:gridCol w="1110786">
                  <a:extLst>
                    <a:ext uri="{9D8B030D-6E8A-4147-A177-3AD203B41FA5}">
                      <a16:colId xmlns:a16="http://schemas.microsoft.com/office/drawing/2014/main" val="2455258023"/>
                    </a:ext>
                  </a:extLst>
                </a:gridCol>
                <a:gridCol w="1156771">
                  <a:extLst>
                    <a:ext uri="{9D8B030D-6E8A-4147-A177-3AD203B41FA5}">
                      <a16:colId xmlns:a16="http://schemas.microsoft.com/office/drawing/2014/main" val="2946720246"/>
                    </a:ext>
                  </a:extLst>
                </a:gridCol>
                <a:gridCol w="892366">
                  <a:extLst>
                    <a:ext uri="{9D8B030D-6E8A-4147-A177-3AD203B41FA5}">
                      <a16:colId xmlns:a16="http://schemas.microsoft.com/office/drawing/2014/main" val="1293714002"/>
                    </a:ext>
                  </a:extLst>
                </a:gridCol>
              </a:tblGrid>
              <a:tr h="307486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method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miou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dice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hd95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872508218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our model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0.8960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0.9399</a:t>
                      </a:r>
                      <a:endParaRPr lang="en-US" sz="150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17.57</a:t>
                      </a:r>
                      <a:endParaRPr lang="en-US" sz="1500">
                        <a:effectLst/>
                      </a:endParaRP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615764604"/>
                  </a:ext>
                </a:extLst>
              </a:tr>
              <a:tr h="475439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InSPyReNet_SwinB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0.8383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0.9055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21.69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779771182"/>
                  </a:ext>
                </a:extLst>
              </a:tr>
              <a:tr h="475439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InSPyReNet_Res2Net50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0.8124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0.8901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24.61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77483517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auto_prompt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0.7493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0.8489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48.58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631000442"/>
                  </a:ext>
                </a:extLst>
              </a:tr>
              <a:tr h="475439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random_prompt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0.7404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0.8424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43.23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527848410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grabcut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0.7023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0.8113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inf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396528972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mst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0.2737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0.3781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84.69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832457185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otsu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0.1543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0.2492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57.45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3806478944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kmeans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0.1458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0.2360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57.36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2301035481"/>
                  </a:ext>
                </a:extLst>
              </a:tr>
              <a:tr h="307486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watershed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0.1302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0.2150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62.90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7349950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704C8D-CB78-A656-45B5-CF596FA0A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03800"/>
              </p:ext>
            </p:extLst>
          </p:nvPr>
        </p:nvGraphicFramePr>
        <p:xfrm>
          <a:off x="6257582" y="1576447"/>
          <a:ext cx="5432584" cy="4036270"/>
        </p:xfrm>
        <a:graphic>
          <a:graphicData uri="http://schemas.openxmlformats.org/drawingml/2006/table">
            <a:tbl>
              <a:tblPr firstRow="1" firstCol="1">
                <a:tableStyleId>{284E427A-3D55-4303-BF80-6455036E1DE7}</a:tableStyleId>
              </a:tblPr>
              <a:tblGrid>
                <a:gridCol w="2434726">
                  <a:extLst>
                    <a:ext uri="{9D8B030D-6E8A-4147-A177-3AD203B41FA5}">
                      <a16:colId xmlns:a16="http://schemas.microsoft.com/office/drawing/2014/main" val="3402164891"/>
                    </a:ext>
                  </a:extLst>
                </a:gridCol>
                <a:gridCol w="936776">
                  <a:extLst>
                    <a:ext uri="{9D8B030D-6E8A-4147-A177-3AD203B41FA5}">
                      <a16:colId xmlns:a16="http://schemas.microsoft.com/office/drawing/2014/main" val="1585426743"/>
                    </a:ext>
                  </a:extLst>
                </a:gridCol>
                <a:gridCol w="1122010">
                  <a:extLst>
                    <a:ext uri="{9D8B030D-6E8A-4147-A177-3AD203B41FA5}">
                      <a16:colId xmlns:a16="http://schemas.microsoft.com/office/drawing/2014/main" val="3914321469"/>
                    </a:ext>
                  </a:extLst>
                </a:gridCol>
                <a:gridCol w="939072">
                  <a:extLst>
                    <a:ext uri="{9D8B030D-6E8A-4147-A177-3AD203B41FA5}">
                      <a16:colId xmlns:a16="http://schemas.microsoft.com/office/drawing/2014/main" val="159918666"/>
                    </a:ext>
                  </a:extLst>
                </a:gridCol>
              </a:tblGrid>
              <a:tr h="344807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method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effectLst/>
                        </a:rPr>
                        <a:t>miou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dice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hd95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204971068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our model</a:t>
                      </a:r>
                      <a:endParaRPr lang="en-US" sz="150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0.8075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0.8843</a:t>
                      </a:r>
                      <a:endParaRPr lang="en-US" sz="1500" dirty="0">
                        <a:effectLst/>
                      </a:endParaRP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effectLst/>
                        </a:rPr>
                        <a:t>29.92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2177023182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InSPyReNet_SwinB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0.7938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0.8680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effectLst/>
                        </a:rPr>
                        <a:t>16.02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783176612"/>
                  </a:ext>
                </a:extLst>
              </a:tr>
              <a:tr h="588200"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InSPyReNet_Res2Net50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0.6943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0.8004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21.83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3752120484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random_prompt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0.7205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0.8255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43.60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2827693863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auto_prompt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0.7095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0.8182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47.09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1298531636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grabcut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0.6223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0.7570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44.38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3960339368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otsu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0.2496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0.3801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52.22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3748566558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kmeans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0.2375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0.3636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51.44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883695976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mst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0.2186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0.3183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93.32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3748465497"/>
                  </a:ext>
                </a:extLst>
              </a:tr>
              <a:tr h="344807"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watershed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0.2137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0.3315</a:t>
                      </a:r>
                    </a:p>
                  </a:txBody>
                  <a:tcPr marL="105780" marR="105780" marT="48822" marB="48822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effectLst/>
                        </a:rPr>
                        <a:t>56.97</a:t>
                      </a:r>
                    </a:p>
                  </a:txBody>
                  <a:tcPr marL="105780" marR="105780" marT="48822" marB="48822" anchor="ctr"/>
                </a:tc>
                <a:extLst>
                  <a:ext uri="{0D108BD9-81ED-4DB2-BD59-A6C34878D82A}">
                    <a16:rowId xmlns:a16="http://schemas.microsoft.com/office/drawing/2014/main" val="3200281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99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DEBF-9EF6-F686-6932-CF752FC7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0"/>
            <a:ext cx="10972800" cy="1371600"/>
          </a:xfrm>
        </p:spPr>
        <p:txBody>
          <a:bodyPr/>
          <a:lstStyle/>
          <a:p>
            <a:pPr algn="ctr"/>
            <a:r>
              <a:rPr lang="en-US" dirty="0" err="1"/>
              <a:t>算法示意图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F47AF-3249-2B6B-C46D-25D918C14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3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7342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3235B-1C76-31E2-8701-403701A90B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4</a:t>
            </a:fld>
            <a:endParaRPr lang="zh-CN" altLang="zh-CN"/>
          </a:p>
        </p:txBody>
      </p:sp>
      <p:pic>
        <p:nvPicPr>
          <p:cNvPr id="12" name="Content Placeholder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D9CEEFA-461E-FDB5-91EB-78D2B1F9F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351" y="1183031"/>
            <a:ext cx="5843087" cy="5169778"/>
          </a:xfr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705528F-ADA5-03EA-D30A-A4F446085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 &amp;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Superpixel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Construction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1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3A3D-9BE8-7521-6F4C-2652EE6A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Prompt Initialization</a:t>
            </a:r>
          </a:p>
        </p:txBody>
      </p:sp>
      <p:pic>
        <p:nvPicPr>
          <p:cNvPr id="6" name="Content Placeholder 5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1D92E466-B137-8EFC-8864-384783F05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481" y="1460651"/>
            <a:ext cx="5530637" cy="524494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62C99-3D92-5CD0-9808-4793B8966C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5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63108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088F-B217-D627-6DAC-86BBBF7E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Prompting with Candidate Evaluation</a:t>
            </a:r>
          </a:p>
        </p:txBody>
      </p:sp>
      <p:pic>
        <p:nvPicPr>
          <p:cNvPr id="6" name="Content Placeholder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058832B0-3983-41A8-4FE0-FE9614A0D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061" y="1981200"/>
            <a:ext cx="4097878" cy="3886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3A767-D0B5-8E90-21C5-BE4A43A530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6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636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7A9D-4E07-6C34-B5FA-FB443733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Mask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4E78A-D22F-F894-ACDE-B9B969DDB5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7</a:t>
            </a:fld>
            <a:endParaRPr lang="zh-CN" altLang="zh-CN"/>
          </a:p>
        </p:txBody>
      </p:sp>
      <p:pic>
        <p:nvPicPr>
          <p:cNvPr id="9" name="Content Placeholder 8" descr="A screenshot of a computer flowchart&#10;&#10;AI-generated content may be incorrect.">
            <a:extLst>
              <a:ext uri="{FF2B5EF4-FFF2-40B4-BE49-F238E27FC236}">
                <a16:creationId xmlns:a16="http://schemas.microsoft.com/office/drawing/2014/main" id="{3D42C8AF-32D3-2A5E-4A25-97BEEE1052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061" y="1981200"/>
            <a:ext cx="4097878" cy="3886200"/>
          </a:xfrm>
        </p:spPr>
      </p:pic>
    </p:spTree>
    <p:extLst>
      <p:ext uri="{BB962C8B-B14F-4D97-AF65-F5344CB8AC3E}">
        <p14:creationId xmlns:p14="http://schemas.microsoft.com/office/powerpoint/2010/main" val="165034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B330-BCBB-6B02-1193-DAF29737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fnial</a:t>
            </a:r>
            <a:endParaRPr lang="en-US" dirty="0"/>
          </a:p>
        </p:txBody>
      </p:sp>
      <p:pic>
        <p:nvPicPr>
          <p:cNvPr id="6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348F8006-A79C-E44C-510D-414FE57B2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832" y="1981200"/>
            <a:ext cx="4392336" cy="3886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DD8FC-6AEE-EDE4-9ECC-A6A0A428CD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8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94271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DD3A-3A5C-1E4C-CB40-6B448634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超参数敏感性分析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98B9-94DD-F5D3-18E8-7A7A51448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68DCC-FFC1-D90A-F7D1-C03B364179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9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15137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A991-8CB8-C2FF-E5C0-038ABF3A9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C55E-1AAC-9D38-71F9-B49FCC04B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B4E35-3A00-16A5-BF39-FC594F9849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10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75103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B8D9-3602-9CAD-0CD7-D734B201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D0BF6-7C8C-6D46-A85E-9EB8F48CD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BE356-EFAD-89F8-9F9C-A92F82A44D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11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8574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E348-5F49-D705-75FE-D5BAD511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剥离实验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B0B1-5679-0A0A-2C05-F501247B4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D4312-070E-BC78-B1E9-1B6965E3F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74AC2A-B123-4C30-89BB-18F00C8CFFC8}" type="slidenum">
              <a:rPr lang="zh-CN" altLang="zh-CN" smtClean="0"/>
              <a:t>12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58413790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6">
      <a:dk1>
        <a:srgbClr val="000000"/>
      </a:dk1>
      <a:lt1>
        <a:srgbClr val="FFFFFF"/>
      </a:lt1>
      <a:dk2>
        <a:srgbClr val="000000"/>
      </a:dk2>
      <a:lt2>
        <a:srgbClr val="FF0066"/>
      </a:lt2>
      <a:accent1>
        <a:srgbClr val="33CCCC"/>
      </a:accent1>
      <a:accent2>
        <a:srgbClr val="6F271B"/>
      </a:accent2>
      <a:accent3>
        <a:srgbClr val="FFFFFF"/>
      </a:accent3>
      <a:accent4>
        <a:srgbClr val="000000"/>
      </a:accent4>
      <a:accent5>
        <a:srgbClr val="ADE2E2"/>
      </a:accent5>
      <a:accent6>
        <a:srgbClr val="642217"/>
      </a:accent6>
      <a:hlink>
        <a:srgbClr val="006666"/>
      </a:hlink>
      <a:folHlink>
        <a:srgbClr val="CCCCFF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2D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2D00"/>
        </a:accent6>
        <a:hlink>
          <a:srgbClr val="0000FF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6F271B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642217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00"/>
        </a:dk1>
        <a:lt1>
          <a:srgbClr val="FFFFFF"/>
        </a:lt1>
        <a:dk2>
          <a:srgbClr val="000000"/>
        </a:dk2>
        <a:lt2>
          <a:srgbClr val="FF0066"/>
        </a:lt2>
        <a:accent1>
          <a:srgbClr val="33CCCC"/>
        </a:accent1>
        <a:accent2>
          <a:srgbClr val="6F271B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642217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5490</TotalTime>
  <Words>152</Words>
  <Application>Microsoft Macintosh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等线</vt:lpstr>
      <vt:lpstr>黑体</vt:lpstr>
      <vt:lpstr>Arial</vt:lpstr>
      <vt:lpstr>Arial Black</vt:lpstr>
      <vt:lpstr>Wingdings</vt:lpstr>
      <vt:lpstr>Pixel</vt:lpstr>
      <vt:lpstr>PowerPoint Presentation</vt:lpstr>
      <vt:lpstr>对比试验</vt:lpstr>
      <vt:lpstr>算法示意图</vt:lpstr>
      <vt:lpstr>Preprocess &amp; Superpixel Construction </vt:lpstr>
      <vt:lpstr>Initial Prompt Initialization</vt:lpstr>
      <vt:lpstr>Iterative Prompting with Candidate Evaluation</vt:lpstr>
      <vt:lpstr>Final Mask Selection</vt:lpstr>
      <vt:lpstr>fnial</vt:lpstr>
      <vt:lpstr>超参数敏感性分析</vt:lpstr>
      <vt:lpstr>PowerPoint Presentation</vt:lpstr>
      <vt:lpstr>PowerPoint Presentation</vt:lpstr>
      <vt:lpstr>剥离实验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 亮</dc:creator>
  <cp:lastModifiedBy>骏 徐</cp:lastModifiedBy>
  <cp:revision>45</cp:revision>
  <dcterms:created xsi:type="dcterms:W3CDTF">2022-05-03T06:00:46Z</dcterms:created>
  <dcterms:modified xsi:type="dcterms:W3CDTF">2026-02-04T05:39:16Z</dcterms:modified>
</cp:coreProperties>
</file>